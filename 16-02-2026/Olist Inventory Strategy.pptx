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High-Growth State Inventory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Olist Logistics Optimization |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Optimize inventory distribution for upcoming year.</a:t>
            </a:r>
          </a:p>
          <a:p>
            <a:r>
              <a:t>Focus only on high-growth states.</a:t>
            </a:r>
          </a:p>
          <a:p>
            <a:r>
              <a:t>Identify product categories driving revenue.</a:t>
            </a:r>
          </a:p>
          <a:p>
            <a:r>
              <a:t>Analyze first-purchase behavior of valuable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Brazilian E-commerce (Olist)</a:t>
            </a:r>
          </a:p>
          <a:p>
            <a:r>
              <a:t>Tables used: Orders, Customers, Order Items, Products</a:t>
            </a:r>
          </a:p>
          <a:p>
            <a:r>
              <a:t>Approach:</a:t>
            </a:r>
          </a:p>
          <a:p>
            <a:r>
              <a:t>1. Identify high-growth states.</a:t>
            </a:r>
          </a:p>
          <a:p>
            <a:r>
              <a:t>2. Analyze revenue-driving categories.</a:t>
            </a:r>
          </a:p>
          <a:p>
            <a:r>
              <a:t>3. Segment customers.</a:t>
            </a:r>
          </a:p>
          <a:p>
            <a:r>
              <a:t>4. Study first purchase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High-Growth State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Month-over-Month growth (Nov–Dec 2017):</a:t>
            </a:r>
          </a:p>
          <a:p>
            <a:r>
              <a:t>High Growth State: PB</a:t>
            </a:r>
          </a:p>
          <a:p>
            <a:r>
              <a:t>Growth: 23.3% increase in order volume.</a:t>
            </a:r>
          </a:p>
          <a:p/>
          <a:p>
            <a:r>
              <a:t>Implication:</a:t>
            </a:r>
          </a:p>
          <a:p>
            <a:r>
              <a:t>Strong demand momentum and future growth potential.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Revenue Categories in PB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Beauty &amp; Health</a:t>
            </a:r>
          </a:p>
          <a:p>
            <a:r>
              <a:t>2. Garden Tools</a:t>
            </a:r>
          </a:p>
          <a:p>
            <a:r>
              <a:t>3. Cool Stuff</a:t>
            </a:r>
          </a:p>
          <a:p/>
          <a:p>
            <a:r>
              <a:t>Implication:</a:t>
            </a:r>
          </a:p>
          <a:p>
            <a:r>
              <a:t>These categories should receive priority inventory allocation.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Value Customers:</a:t>
            </a:r>
          </a:p>
          <a:p>
            <a:r>
              <a:t>2 or more orders.</a:t>
            </a:r>
          </a:p>
          <a:p/>
          <a:p>
            <a:r>
              <a:t>Low Value Customers:</a:t>
            </a:r>
          </a:p>
          <a:p>
            <a:r>
              <a:t>Single order and low spending.</a:t>
            </a:r>
          </a:p>
          <a:p/>
          <a:p>
            <a:r>
              <a:t>Purpose:</a:t>
            </a:r>
          </a:p>
          <a:p>
            <a:r>
              <a:t>Understand buying behavior and lifetime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Purchase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Value Customers start with:</a:t>
            </a:r>
          </a:p>
          <a:p>
            <a:r>
              <a:t>1. Bed, Bath &amp; Table</a:t>
            </a:r>
          </a:p>
          <a:p>
            <a:r>
              <a:t>2. Furniture &amp; Decor</a:t>
            </a:r>
          </a:p>
          <a:p>
            <a:r>
              <a:t>3. Sports &amp; Leisure</a:t>
            </a:r>
          </a:p>
          <a:p/>
          <a:p>
            <a:r>
              <a:t>Low Value Customers start with:</a:t>
            </a:r>
          </a:p>
          <a:p>
            <a:r>
              <a:t>1. Bed, Bath &amp; Table</a:t>
            </a:r>
          </a:p>
          <a:p>
            <a:r>
              <a:t>2. Beauty &amp; Health</a:t>
            </a:r>
          </a:p>
          <a:p>
            <a:r>
              <a:t>3. Sports &amp; Leisure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inventory in PB due to strong demand.</a:t>
            </a:r>
          </a:p>
          <a:p>
            <a:r>
              <a:t>Stock Beauty and Garden categories in PB warehouses.</a:t>
            </a:r>
          </a:p>
          <a:p>
            <a:r>
              <a:t>Target high-value customers with home and lifestyle products.</a:t>
            </a:r>
          </a:p>
          <a:p>
            <a:r>
              <a:t>Use first purchase trends for personalized marketing.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Localized inventory placement.</a:t>
            </a:r>
          </a:p>
          <a:p>
            <a:r>
              <a:t>2. Faster delivery in high-growth regions.</a:t>
            </a:r>
          </a:p>
          <a:p>
            <a:r>
              <a:t>3. Targeted promotions.</a:t>
            </a:r>
          </a:p>
          <a:p>
            <a:r>
              <a:t>4. Customer lifecycle optimization.</a:t>
            </a:r>
          </a:p>
          <a:p>
            <a:r>
              <a:t>5. Expand logistics capacity in PB.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